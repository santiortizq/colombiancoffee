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sldIdLst>
    <p:sldId id="256" r:id="rId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C87E17C-2BAB-44A4-A9AE-6BDBFBE85983}" v="49" dt="2026-02-26T01:22:00.4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ago Ortiz" userId="8b76e105705800ef" providerId="LiveId" clId="{763C6895-C760-4459-BCBE-6004E971A178}"/>
    <pc:docChg chg="undo custSel addSld modSld addMainMaster delMainMaster">
      <pc:chgData name="Santiago Ortiz" userId="8b76e105705800ef" providerId="LiveId" clId="{763C6895-C760-4459-BCBE-6004E971A178}" dt="2026-02-26T01:22:46.412" v="94" actId="207"/>
      <pc:docMkLst>
        <pc:docMk/>
      </pc:docMkLst>
      <pc:sldChg chg="addSp delSp modSp new mod setBg modClrScheme setClrOvrMap delDesignElem chgLayout">
        <pc:chgData name="Santiago Ortiz" userId="8b76e105705800ef" providerId="LiveId" clId="{763C6895-C760-4459-BCBE-6004E971A178}" dt="2026-02-26T01:22:46.412" v="94" actId="207"/>
        <pc:sldMkLst>
          <pc:docMk/>
          <pc:sldMk cId="693705719" sldId="256"/>
        </pc:sldMkLst>
        <pc:spChg chg="del">
          <ac:chgData name="Santiago Ortiz" userId="8b76e105705800ef" providerId="LiveId" clId="{763C6895-C760-4459-BCBE-6004E971A178}" dt="2026-02-26T01:15:47.379" v="1" actId="478"/>
          <ac:spMkLst>
            <pc:docMk/>
            <pc:sldMk cId="693705719" sldId="256"/>
            <ac:spMk id="2" creationId="{933B058E-95A1-2A78-F503-CB184A4C4841}"/>
          </ac:spMkLst>
        </pc:spChg>
        <pc:spChg chg="del">
          <ac:chgData name="Santiago Ortiz" userId="8b76e105705800ef" providerId="LiveId" clId="{763C6895-C760-4459-BCBE-6004E971A178}" dt="2026-02-26T01:15:47.379" v="1" actId="478"/>
          <ac:spMkLst>
            <pc:docMk/>
            <pc:sldMk cId="693705719" sldId="256"/>
            <ac:spMk id="3" creationId="{5354BBF2-74A0-7C50-961A-37BBC603AAF6}"/>
          </ac:spMkLst>
        </pc:spChg>
        <pc:spChg chg="add del mod">
          <ac:chgData name="Santiago Ortiz" userId="8b76e105705800ef" providerId="LiveId" clId="{763C6895-C760-4459-BCBE-6004E971A178}" dt="2026-02-26T01:16:48.542" v="11" actId="478"/>
          <ac:spMkLst>
            <pc:docMk/>
            <pc:sldMk cId="693705719" sldId="256"/>
            <ac:spMk id="4" creationId="{B2CA81D0-862F-F367-3F20-EC12BC30EB5B}"/>
          </ac:spMkLst>
        </pc:spChg>
        <pc:spChg chg="add mod">
          <ac:chgData name="Santiago Ortiz" userId="8b76e105705800ef" providerId="LiveId" clId="{763C6895-C760-4459-BCBE-6004E971A178}" dt="2026-02-26T01:21:56.502" v="75" actId="20577"/>
          <ac:spMkLst>
            <pc:docMk/>
            <pc:sldMk cId="693705719" sldId="256"/>
            <ac:spMk id="5" creationId="{2FBA1CFE-0030-3883-25AA-2345F8C2133E}"/>
          </ac:spMkLst>
        </pc:spChg>
        <pc:spChg chg="add mod">
          <ac:chgData name="Santiago Ortiz" userId="8b76e105705800ef" providerId="LiveId" clId="{763C6895-C760-4459-BCBE-6004E971A178}" dt="2026-02-26T01:22:46.412" v="94" actId="207"/>
          <ac:spMkLst>
            <pc:docMk/>
            <pc:sldMk cId="693705719" sldId="256"/>
            <ac:spMk id="7" creationId="{34287F61-ED3A-9C37-55E1-B04A63FCA2BD}"/>
          </ac:spMkLst>
        </pc:spChg>
        <pc:spChg chg="add del">
          <ac:chgData name="Santiago Ortiz" userId="8b76e105705800ef" providerId="LiveId" clId="{763C6895-C760-4459-BCBE-6004E971A178}" dt="2026-02-26T01:17:36.380" v="62" actId="26606"/>
          <ac:spMkLst>
            <pc:docMk/>
            <pc:sldMk cId="693705719" sldId="256"/>
            <ac:spMk id="9" creationId="{46B9231A-B34B-4A29-A6AC-532E1EE81575}"/>
          </ac:spMkLst>
        </pc:spChg>
        <pc:spChg chg="add del">
          <ac:chgData name="Santiago Ortiz" userId="8b76e105705800ef" providerId="LiveId" clId="{763C6895-C760-4459-BCBE-6004E971A178}" dt="2026-02-26T01:17:39.446" v="64"/>
          <ac:spMkLst>
            <pc:docMk/>
            <pc:sldMk cId="693705719" sldId="256"/>
            <ac:spMk id="18" creationId="{149F9F0F-FB8C-5565-247C-BDCC156B5CAF}"/>
          </ac:spMkLst>
        </pc:spChg>
        <pc:spChg chg="add del">
          <ac:chgData name="Santiago Ortiz" userId="8b76e105705800ef" providerId="LiveId" clId="{763C6895-C760-4459-BCBE-6004E971A178}" dt="2026-02-26T01:17:39.446" v="64"/>
          <ac:spMkLst>
            <pc:docMk/>
            <pc:sldMk cId="693705719" sldId="256"/>
            <ac:spMk id="20" creationId="{ABA4FDDF-F59C-428B-8603-3A86D75931AB}"/>
          </ac:spMkLst>
        </pc:spChg>
        <pc:picChg chg="add del mod">
          <ac:chgData name="Santiago Ortiz" userId="8b76e105705800ef" providerId="LiveId" clId="{763C6895-C760-4459-BCBE-6004E971A178}" dt="2026-02-26T01:21:58.348" v="76" actId="478"/>
          <ac:picMkLst>
            <pc:docMk/>
            <pc:sldMk cId="693705719" sldId="256"/>
            <ac:picMk id="6" creationId="{4675938E-DD32-F154-380B-56F9401F6BA4}"/>
          </ac:picMkLst>
        </pc:picChg>
        <pc:cxnChg chg="add del">
          <ac:chgData name="Santiago Ortiz" userId="8b76e105705800ef" providerId="LiveId" clId="{763C6895-C760-4459-BCBE-6004E971A178}" dt="2026-02-26T01:17:36.380" v="62" actId="26606"/>
          <ac:cxnSpMkLst>
            <pc:docMk/>
            <pc:sldMk cId="693705719" sldId="256"/>
            <ac:cxnSpMk id="11" creationId="{F0CE0765-E93C-4D37-9D5F-D464EFB10FA7}"/>
          </ac:cxnSpMkLst>
        </pc:cxnChg>
        <pc:cxnChg chg="add del">
          <ac:chgData name="Santiago Ortiz" userId="8b76e105705800ef" providerId="LiveId" clId="{763C6895-C760-4459-BCBE-6004E971A178}" dt="2026-02-26T01:17:39.446" v="64"/>
          <ac:cxnSpMkLst>
            <pc:docMk/>
            <pc:sldMk cId="693705719" sldId="256"/>
            <ac:cxnSpMk id="16" creationId="{118E06E4-607B-144B-382B-AD3D06B1EE8C}"/>
          </ac:cxnSpMkLst>
        </pc:cxnChg>
        <pc:cxnChg chg="add del">
          <ac:chgData name="Santiago Ortiz" userId="8b76e105705800ef" providerId="LiveId" clId="{763C6895-C760-4459-BCBE-6004E971A178}" dt="2026-02-26T01:17:39.446" v="64"/>
          <ac:cxnSpMkLst>
            <pc:docMk/>
            <pc:sldMk cId="693705719" sldId="256"/>
            <ac:cxnSpMk id="22" creationId="{9AE2764D-E1C7-4C0E-A5A4-12411550ABAD}"/>
          </ac:cxnSpMkLst>
        </pc:cxnChg>
      </pc:sldChg>
      <pc:sldMasterChg chg="del delSldLayout">
        <pc:chgData name="Santiago Ortiz" userId="8b76e105705800ef" providerId="LiveId" clId="{763C6895-C760-4459-BCBE-6004E971A178}" dt="2026-02-26T01:16:43.110" v="10" actId="26606"/>
        <pc:sldMasterMkLst>
          <pc:docMk/>
          <pc:sldMasterMk cId="2188598616" sldId="2147483648"/>
        </pc:sldMasterMkLst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1715771245" sldId="2147483649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2686141220" sldId="2147483650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123418102" sldId="2147483651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1411030157" sldId="2147483652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2350754398" sldId="2147483653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2534217333" sldId="2147483654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3451501320" sldId="2147483655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2168279771" sldId="2147483656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1980115423" sldId="2147483657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2172853758" sldId="2147483658"/>
          </pc:sldLayoutMkLst>
        </pc:sldLayoutChg>
        <pc:sldLayoutChg chg="del">
          <pc:chgData name="Santiago Ortiz" userId="8b76e105705800ef" providerId="LiveId" clId="{763C6895-C760-4459-BCBE-6004E971A178}" dt="2026-02-26T01:16:43.110" v="10" actId="26606"/>
          <pc:sldLayoutMkLst>
            <pc:docMk/>
            <pc:sldMasterMk cId="2188598616" sldId="2147483648"/>
            <pc:sldLayoutMk cId="509658129" sldId="2147483659"/>
          </pc:sldLayoutMkLst>
        </pc:sldLayoutChg>
      </pc:sldMasterChg>
      <pc:sldMasterChg chg="add addSldLayout">
        <pc:chgData name="Santiago Ortiz" userId="8b76e105705800ef" providerId="LiveId" clId="{763C6895-C760-4459-BCBE-6004E971A178}" dt="2026-02-26T01:16:43.110" v="10" actId="26606"/>
        <pc:sldMasterMkLst>
          <pc:docMk/>
          <pc:sldMasterMk cId="1823062563" sldId="2147483673"/>
        </pc:sldMasterMkLst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3968765853" sldId="2147483662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833933138" sldId="2147483663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1980492259" sldId="2147483664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2516587161" sldId="2147483665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3223244740" sldId="2147483666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1191044050" sldId="2147483667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1451433744" sldId="2147483668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370407503" sldId="2147483669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2790165454" sldId="2147483670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1695779446" sldId="2147483671"/>
          </pc:sldLayoutMkLst>
        </pc:sldLayoutChg>
        <pc:sldLayoutChg chg="add">
          <pc:chgData name="Santiago Ortiz" userId="8b76e105705800ef" providerId="LiveId" clId="{763C6895-C760-4459-BCBE-6004E971A178}" dt="2026-02-26T01:16:43.110" v="10" actId="26606"/>
          <pc:sldLayoutMkLst>
            <pc:docMk/>
            <pc:sldMasterMk cId="1823062563" sldId="2147483673"/>
            <pc:sldLayoutMk cId="3278185413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23830-B049-52B4-703E-652C2A0192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A682C0-3A4F-8797-0E96-3888A49FF8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24521-8CBB-AD89-FA27-0EA37744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DC4FDD-06E8-8D3F-9C01-ABA4B3761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6F216-CDA8-319D-D6B1-5777BA689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81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5404-F8D7-D8DB-96B1-D5EF3464B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F48F8-BBE5-8ADF-9A59-DDADB3BF06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6357C-3230-447E-1001-996A2A54D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D05A61-0EE4-238B-51AB-2B7D4D4A7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D5B972-C7A7-2145-003E-E54DCEC46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2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02759-A5CF-5D38-0111-36062E4C1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49F723-193F-3E35-28CD-DED8C11E45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25DEA8-271F-FD34-11C5-D83102ABB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A7BD5A-55FA-A374-D0CB-B4EB49A9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6EC1D0-1A2D-6B28-1431-CAE04167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358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F3075-C023-BCBC-1045-247D5269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475D3-7E2A-6B8A-D6E6-6716785DC1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CD41BE-23B8-73A1-F5CC-55A4D930C9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266C8-3498-9D35-C3BD-F3E97D108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582562-C7CB-4EF9-0C96-CF617E8EA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5FB779-8C37-29BB-D9CB-AF55A748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14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06CC3-2C6A-1DEE-FC8B-59AD2DC0F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7F4CBB-1470-DA28-6E41-E9552FE2B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6D7A02-CDCD-0BAD-7C45-75702A1498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2CA20A-FFF5-7D89-C177-31D6507426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211D9F-3895-F978-9D6F-605975E829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9073DF-C005-13CF-0BF4-60F8CCBC5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E190BE-06EF-69DB-686C-53914D0B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567C3-2118-5112-2F9C-D0AFE8DB0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04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012B0-7C6B-C7B2-76A5-16BD72E1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98AE0B-2A84-8487-4EEB-ABEE10B32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1FFB8B-EB94-42F3-14B4-C09DB71D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E11FC-D03C-997A-F8F4-21AE2A089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76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B77ABF-2A9A-96F7-2932-4C1FD99FB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B48A35-DA7A-165C-0487-0E181857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C7A370-5071-83D3-7BCF-D5ADB8BA7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683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3A46C-90E6-8F72-E198-F4BBBBC14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657E3A-8F3B-6922-0B53-B56726E26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BC9328-3378-8AD3-FD47-95DE845BF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0B584-A354-A8B8-C6BF-014C148E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B21B6-9905-17BA-0C4D-143DAFB20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91179C-1596-6EEC-37EF-82110D1F7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851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EFAD-6CC0-8C7A-072D-34106A6C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24EEF-7707-1419-5822-D8B9B58184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80E80B-6C97-8453-6306-78F70C8D14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BEB822-8C9C-B500-8EC6-7B905D874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2ABF2-CE09-F5D1-4EA3-A9196AAC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EA5F9F-A603-4444-C261-F15C46EFE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177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DDC2A-4EED-8602-7780-F94A81D4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01B51-71E3-3B66-A4EA-3DF3189EEB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93BB1-F704-8967-8D0E-7E507486C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3BAFA-861C-7956-7087-E465F4B9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D57994-EB4B-CBEC-C02A-2E9A9EF8F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683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06160F-0F93-EA93-FA7F-C754DDA20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EBEF30-DEAD-D10B-7B6B-4FC6F7FDC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A3EE8-9432-C56A-BF77-D9B5551C4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8960F-24C0-0C1F-4444-B2E7CD49F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758C8-AC30-2675-8D4E-D1CF3A4EF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88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E82EC5-1817-6E99-5FE3-3022526E2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C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BA88E-9DCB-DA90-1C1A-68EB5573D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C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DF042-B838-59E1-140A-03D8BF236D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2CCAB-8860-6D0D-E2F3-3634D430A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CCA0-A16E-C94D-E350-DE5058D8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388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loseup of a dark coffee on a mug">
            <a:extLst>
              <a:ext uri="{FF2B5EF4-FFF2-40B4-BE49-F238E27FC236}">
                <a16:creationId xmlns:a16="http://schemas.microsoft.com/office/drawing/2014/main" id="{4675938E-DD32-F154-380B-56F9401F6B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691" b="10404"/>
          <a:stretch>
            <a:fillRect/>
          </a:stretch>
        </p:blipFill>
        <p:spPr>
          <a:xfrm>
            <a:off x="1" y="1"/>
            <a:ext cx="12192000" cy="6857988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4287F61-ED3A-9C37-55E1-B04A63FCA2BD}"/>
              </a:ext>
            </a:extLst>
          </p:cNvPr>
          <p:cNvSpPr/>
          <p:nvPr/>
        </p:nvSpPr>
        <p:spPr>
          <a:xfrm>
            <a:off x="0" y="0"/>
            <a:ext cx="12192000" cy="6857988"/>
          </a:xfrm>
          <a:prstGeom prst="rect">
            <a:avLst/>
          </a:prstGeom>
          <a:solidFill>
            <a:schemeClr val="tx1">
              <a:alpha val="84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6937057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 Ortiz</dc:creator>
  <cp:lastModifiedBy>Santiago Ortiz</cp:lastModifiedBy>
  <cp:revision>1</cp:revision>
  <dcterms:created xsi:type="dcterms:W3CDTF">2026-02-26T01:14:44Z</dcterms:created>
  <dcterms:modified xsi:type="dcterms:W3CDTF">2026-02-26T01:22:50Z</dcterms:modified>
</cp:coreProperties>
</file>